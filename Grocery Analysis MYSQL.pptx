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182112" y="119060"/>
            <a:ext cx="49855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Grocery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502152" y="119060"/>
            <a:ext cx="466553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Grocery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529584" y="119060"/>
            <a:ext cx="4638104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Grocery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sameer singh</cp:lastModifiedBy>
  <cp:revision>18</cp:revision>
  <dcterms:created xsi:type="dcterms:W3CDTF">2024-06-24T12:27:37Z</dcterms:created>
  <dcterms:modified xsi:type="dcterms:W3CDTF">2026-03-02T06:49:55Z</dcterms:modified>
</cp:coreProperties>
</file>
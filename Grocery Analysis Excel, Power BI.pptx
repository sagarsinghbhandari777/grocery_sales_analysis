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84" d="100"/>
          <a:sy n="84" d="100"/>
        </p:scale>
        <p:origin x="51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2564-02E3-D3A0-BA72-B0A78FAA4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AAC36-044B-0AC7-04BD-D3EF4100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F40F-5AB0-F5DD-976B-9FF8DFA6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2387E-73A3-349E-15F7-BE3AE12E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E79C7-CF5E-5077-F11B-5EBBDE8B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4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5398-A0B4-B0C1-DECD-80E12899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374D-B4BE-73F9-B380-032879DD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132E-FC93-5E72-7583-ABB7E447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7B354-C429-150F-AE4F-2B5E7D4B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026B-9298-63EE-E6B0-AF6C0F4C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2E8D-5B1B-76F5-895C-FBEB647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C92B5-D491-A147-6CDB-7805C696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FF255-8411-B0ED-33E0-3EE5E3E0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DAED0-6617-D137-5BD0-E80CE02F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620E0-A920-FF59-A2AE-60E3CF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7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27C2-A667-C5A6-E3C5-B88D467D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831C-FC7B-CE98-57EE-2D90E6C81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BDFF2-08E7-647B-5BC2-489469F12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6DAB2-CA57-9EF2-72C1-AA1D1803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58573-0091-6A5F-D557-F5A9D748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A30C0-D94A-37F3-F971-187E729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9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3371-4EEE-A878-4263-338DDD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CBE2E-A214-8FF7-B506-1A702BF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DAC51-5D38-7B60-6563-40673FF1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1DB67-A87F-3CDD-21C0-93C0A5D6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70B5D-5589-6CA5-EDEA-7D4CF8B3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E1FBC-4633-0991-2985-FE63EE5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993A1-3B5D-5366-0C06-2EB0326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6CA13-FC18-E849-3427-03A45AA6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1E75-81F5-A7DC-F534-D2655BB3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95CF9-0E1D-D9D7-AC2E-4303B4B4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3264F-63EC-355B-220A-E96E5AC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09A40-590D-C6D0-45FE-1D0AE32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4B1193-338A-8592-D4B1-C00B444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B8F80-119B-994B-FFC7-08461ECD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A22B5-9194-D4B4-96D6-57F6D5D8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5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B807-24DD-6095-3850-528464C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4A17B-48B0-F839-7626-DE987E65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16A98-E6DE-04F8-2B26-50F3F83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704CD-B260-0D9E-D8B5-38F8583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C88D0-A159-448F-FBA7-F89632DF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BC0BF-26DD-30E3-0872-2D0A973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36C3-104A-78CB-751D-E8B5227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719CD-AB8E-AC7F-EE9A-77B74F192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F2481-AE12-4965-C447-B494277A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8F691-75D4-97B6-9E85-54F493D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41D0A-1F30-272B-9D94-85507D5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A8210-996A-0F35-7A07-5042A574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8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461B-53FC-A840-D721-F8ABFDD7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30C99-0236-8EB5-B981-78BA0E76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B9C54-BDFF-328D-D032-B4E071E1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1614A-B311-9079-E687-2860B710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6BAF-F0A9-4D2F-8FD7-3094670F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26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64A427-07D7-BDC7-1B2A-DF6055FF4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41D35-5E89-DBBF-DDF6-01486BCB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A7CFB-D1E0-89A9-0E4B-4E3EB526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3F659-0FEF-8989-D194-DB4C237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BC4A2-0DDE-0107-9E82-727ECD7F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1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7AFEC-E822-BD39-3C5F-93B07B5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F2F92-BAA3-25DD-FD21-B89602C4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70D4F-1F93-4291-1D25-0A877C5D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02-03-2026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3E490-7CBD-8DC6-71E8-F21BE7C54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72400-5D52-84D1-F483-F93DDC83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55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02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3502152" y="119060"/>
            <a:ext cx="466553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Grocery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FD91262-46F1-BFF7-E830-FD03E76880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4" y="129778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B96CDF4-7647-5955-6E31-1187F2D159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072" y="840581"/>
            <a:ext cx="11186160" cy="5897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856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Rectangle 205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3429000" y="119060"/>
            <a:ext cx="4738688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Grocery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FD91262-46F1-BFF7-E830-FD03E76880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524" y="160046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33347" y="8975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STEPS IN PROJECT</a:t>
            </a:r>
          </a:p>
        </p:txBody>
      </p:sp>
      <p:pic>
        <p:nvPicPr>
          <p:cNvPr id="2052" name="Picture 4" descr="Power BI - Udemy Business">
            <a:extLst>
              <a:ext uri="{FF2B5EF4-FFF2-40B4-BE49-F238E27FC236}">
                <a16:creationId xmlns:a16="http://schemas.microsoft.com/office/drawing/2014/main" id="{FB538A17-9B30-23BE-0BBF-16B542E6B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FFA33F55-F449-18D2-EADD-4514B595CC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24" y="1543096"/>
            <a:ext cx="7896227" cy="4360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Requirement Gathering/ Business Requirements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Data Walkthrough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Data Connection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Cleaning / Quality Check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Data Modeling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Processing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DAX Calculations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Lay outing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Charts Development and Formatting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/ Report Development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Insights Generation</a:t>
            </a:r>
          </a:p>
        </p:txBody>
      </p:sp>
    </p:spTree>
    <p:extLst>
      <p:ext uri="{BB962C8B-B14F-4D97-AF65-F5344CB8AC3E}">
        <p14:creationId xmlns:p14="http://schemas.microsoft.com/office/powerpoint/2010/main" val="3111226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Rectangle 205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3529584" y="119060"/>
            <a:ext cx="4638104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Grocery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FD91262-46F1-BFF7-E830-FD03E76880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524" y="160046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  <p:pic>
        <p:nvPicPr>
          <p:cNvPr id="2052" name="Picture 4" descr="Power BI - Udemy Business">
            <a:extLst>
              <a:ext uri="{FF2B5EF4-FFF2-40B4-BE49-F238E27FC236}">
                <a16:creationId xmlns:a16="http://schemas.microsoft.com/office/drawing/2014/main" id="{FB538A17-9B30-23BE-0BBF-16B542E6B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Rectangle 205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3657600" y="119060"/>
            <a:ext cx="4510088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Grocery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FD91262-46F1-BFF7-E830-FD03E76880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524" y="160046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pic>
        <p:nvPicPr>
          <p:cNvPr id="2052" name="Picture 4" descr="Power BI - Udemy Business">
            <a:extLst>
              <a:ext uri="{FF2B5EF4-FFF2-40B4-BE49-F238E27FC236}">
                <a16:creationId xmlns:a16="http://schemas.microsoft.com/office/drawing/2014/main" id="{FB538A17-9B30-23BE-0BBF-16B542E6B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145" y="2114527"/>
            <a:ext cx="11139524" cy="39857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Chart Type: Donut Chart.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Bar Chart.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Stacked Column Chart.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Line Chart.</a:t>
            </a:r>
          </a:p>
        </p:txBody>
      </p:sp>
    </p:spTree>
    <p:extLst>
      <p:ext uri="{BB962C8B-B14F-4D97-AF65-F5344CB8AC3E}">
        <p14:creationId xmlns:p14="http://schemas.microsoft.com/office/powerpoint/2010/main" val="3865209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2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Rectangle 205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3648456" y="119060"/>
            <a:ext cx="4519232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Grocery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FD91262-46F1-BFF7-E830-FD03E76880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524" y="160046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pic>
        <p:nvPicPr>
          <p:cNvPr id="2052" name="Picture 4" descr="Power BI - Udemy Business">
            <a:extLst>
              <a:ext uri="{FF2B5EF4-FFF2-40B4-BE49-F238E27FC236}">
                <a16:creationId xmlns:a16="http://schemas.microsoft.com/office/drawing/2014/main" id="{FB538A17-9B30-23BE-0BBF-16B542E6B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308322"/>
            <a:ext cx="11353802" cy="289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latin typeface="Arial" panose="020B0604020202020204" pitchFamily="34" charset="0"/>
              </a:rPr>
              <a:t>5.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Donut/ Pie Chart.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Funnel Map.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latin typeface="Arial" panose="020B0604020202020204" pitchFamily="34" charset="0"/>
              </a:rPr>
              <a:t>7. All Metrics by Outlet Type: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Provide a comprehensive view of all key metrics (Total Sales, Average Sales, Number of Items, Average Rating) 	broken down by different outlet types.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Matrix Card.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400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9448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6915B-A928-E449-8A3C-9E9AF8B58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026">
            <a:extLst>
              <a:ext uri="{FF2B5EF4-FFF2-40B4-BE49-F238E27FC236}">
                <a16:creationId xmlns:a16="http://schemas.microsoft.com/office/drawing/2014/main" id="{5D6D9544-4136-B33C-1B29-6C5EAED2E8A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F6C4C8F4-7AB2-05D4-EDED-8FD9CC799296}"/>
              </a:ext>
            </a:extLst>
          </p:cNvPr>
          <p:cNvSpPr txBox="1"/>
          <p:nvPr/>
        </p:nvSpPr>
        <p:spPr>
          <a:xfrm>
            <a:off x="3502152" y="119060"/>
            <a:ext cx="466553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Grocery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C5D893-DE37-DA41-F658-0614FA1CBF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859" y="67546"/>
            <a:ext cx="634921" cy="6349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FDE4CD-5AD8-5080-4540-6869ACC876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224" y="973204"/>
            <a:ext cx="10917936" cy="5781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8715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6D518-BA93-EF06-B7EC-F8D561096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Rectangle 2052">
            <a:extLst>
              <a:ext uri="{FF2B5EF4-FFF2-40B4-BE49-F238E27FC236}">
                <a16:creationId xmlns:a16="http://schemas.microsoft.com/office/drawing/2014/main" id="{22E222ED-5BE0-B747-5560-8998BB56D40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9F359335-906B-CEF2-5EA8-5BD14EB8297D}"/>
              </a:ext>
            </a:extLst>
          </p:cNvPr>
          <p:cNvSpPr txBox="1"/>
          <p:nvPr/>
        </p:nvSpPr>
        <p:spPr>
          <a:xfrm>
            <a:off x="3529584" y="119060"/>
            <a:ext cx="4638104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Grocery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73747DE4-EFA3-A3D6-ABE4-82852C5A95FF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F8C30A-55EA-DEFF-E7CC-E46C95746099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DDF2D186-5861-FB81-09C4-C74037E2BE36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EB217C42-3189-D24D-E69D-2D0D29EC9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54BE1B-FBFA-743D-0CFD-7347277B52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147" y="159407"/>
            <a:ext cx="634921" cy="63492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4412BF4-07C6-C911-B2EA-FBFF77BDA1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4784" y="6041442"/>
            <a:ext cx="1231390" cy="738834"/>
          </a:xfrm>
          <a:prstGeom prst="rect">
            <a:avLst/>
          </a:prstGeom>
          <a:noFill/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730667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18A20-03EC-AE33-0CD9-05DB6BFE7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Rectangle 2052">
            <a:extLst>
              <a:ext uri="{FF2B5EF4-FFF2-40B4-BE49-F238E27FC236}">
                <a16:creationId xmlns:a16="http://schemas.microsoft.com/office/drawing/2014/main" id="{CC03FCB6-B6B5-A2E3-7DD2-8008D68AB82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545D6266-A0B5-5273-EC97-E4DC9C241354}"/>
              </a:ext>
            </a:extLst>
          </p:cNvPr>
          <p:cNvSpPr txBox="1"/>
          <p:nvPr/>
        </p:nvSpPr>
        <p:spPr>
          <a:xfrm>
            <a:off x="3529584" y="119060"/>
            <a:ext cx="4638104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Grocery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15C3F0BD-EB59-51BE-B6A6-052811FCE039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5896AD-C3CE-CED1-EDC4-9BA605CE7F13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06957F54-D42E-3A3E-F4D1-5090C341989D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FD87DBBE-E3D7-7AD7-E56D-C12A12F989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440297-4406-0003-A389-10E3B6F81B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147" y="159407"/>
            <a:ext cx="634921" cy="6349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CEF924E-9005-58CB-B9A9-423933B7EC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1360" y="6041442"/>
            <a:ext cx="1231390" cy="738834"/>
          </a:xfrm>
          <a:prstGeom prst="rect">
            <a:avLst/>
          </a:prstGeom>
          <a:noFill/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308339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EE156-9C57-A786-2EE8-2220D8825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Rectangle 2052">
            <a:extLst>
              <a:ext uri="{FF2B5EF4-FFF2-40B4-BE49-F238E27FC236}">
                <a16:creationId xmlns:a16="http://schemas.microsoft.com/office/drawing/2014/main" id="{BC9C31FD-AF20-7709-0A72-2957AC2E2B2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16F61DE9-ACAA-4B51-FA51-E793315A6B3B}"/>
              </a:ext>
            </a:extLst>
          </p:cNvPr>
          <p:cNvSpPr txBox="1"/>
          <p:nvPr/>
        </p:nvSpPr>
        <p:spPr>
          <a:xfrm>
            <a:off x="3657600" y="119060"/>
            <a:ext cx="4510088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Grocery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CC68A506-B35A-D428-2048-F95C7B9312D7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DDF4F78F-3682-00AB-24C7-751821F5FFC1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CAE0AE5-215A-F7FB-172F-457AD10CE3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145" y="2114527"/>
            <a:ext cx="11139524" cy="39857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Chart Type: Donut Chart.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Bar Chart.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Stacked Column Chart.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Line Chart.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2EF5F5-D7BF-5765-FF0E-97A39D8979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147" y="159407"/>
            <a:ext cx="634921" cy="6349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CFB1A72-487E-F592-ADA2-A0ADDF65BC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465" y="6036225"/>
            <a:ext cx="1231390" cy="738834"/>
          </a:xfrm>
          <a:prstGeom prst="rect">
            <a:avLst/>
          </a:prstGeom>
          <a:noFill/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7481491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0974D-3B8C-26EB-0ED7-5D07F68C9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Rectangle 2052">
            <a:extLst>
              <a:ext uri="{FF2B5EF4-FFF2-40B4-BE49-F238E27FC236}">
                <a16:creationId xmlns:a16="http://schemas.microsoft.com/office/drawing/2014/main" id="{E92E3E0C-6333-E4C9-40D3-8F7877D232A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61A33F19-0EEB-0878-09B6-6048DEE31A3E}"/>
              </a:ext>
            </a:extLst>
          </p:cNvPr>
          <p:cNvSpPr txBox="1"/>
          <p:nvPr/>
        </p:nvSpPr>
        <p:spPr>
          <a:xfrm>
            <a:off x="3648456" y="119060"/>
            <a:ext cx="4519232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Grocery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68792DEB-8C7D-FC61-5941-21B789ECE4DF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B4123A75-643B-B8E0-E567-D75BC12D33FC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98360C9-8E16-60D8-73CB-B67E2FBB97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308322"/>
            <a:ext cx="11353802" cy="289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latin typeface="Arial" panose="020B0604020202020204" pitchFamily="34" charset="0"/>
              </a:rPr>
              <a:t>5.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Donut/ Pie Chart.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Funnel Map.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latin typeface="Arial" panose="020B0604020202020204" pitchFamily="34" charset="0"/>
              </a:rPr>
              <a:t>7. All Metrics by Outlet Type: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Provide a comprehensive view of all key metrics (Total Sales, Average Sales, Number of Items, Average Rating) 	broken down by different outlet types.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Matrix Card.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400" b="1" dirty="0"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C55F3F-6084-18EE-CC77-A9C500D2A1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147" y="159407"/>
            <a:ext cx="634921" cy="6349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6C7D256-488D-E525-3FAA-FD8601AD43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2880" y="6068443"/>
            <a:ext cx="1231390" cy="738834"/>
          </a:xfrm>
          <a:prstGeom prst="rect">
            <a:avLst/>
          </a:prstGeom>
          <a:noFill/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8148515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917</Words>
  <Application>Microsoft Office PowerPoint</Application>
  <PresentationFormat>Widescreen</PresentationFormat>
  <Paragraphs>99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Arial Rounded MT Bold</vt:lpstr>
      <vt:lpstr>Calibri</vt:lpstr>
      <vt:lpstr>Calibri Light</vt:lpstr>
      <vt:lpstr>Segoe UI Black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</dc:creator>
  <cp:lastModifiedBy>sameer singh</cp:lastModifiedBy>
  <cp:revision>11</cp:revision>
  <dcterms:created xsi:type="dcterms:W3CDTF">2024-06-24T12:27:37Z</dcterms:created>
  <dcterms:modified xsi:type="dcterms:W3CDTF">2026-03-02T07:37:04Z</dcterms:modified>
</cp:coreProperties>
</file>